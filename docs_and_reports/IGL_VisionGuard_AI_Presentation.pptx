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6B6D4"/>
                </a:solidFill>
              </a:defRPr>
            </a:pPr>
            <a:r>
              <a:t>🛡️ IGL VisionGuard AI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Industrial AI Safety &amp; Packaging Quality Intelligence Platform</a:t>
            </a:r>
          </a:p>
          <a:p>
            <a:pPr>
              <a:defRPr sz="1600">
                <a:solidFill>
                  <a:srgbClr val="9CA3AF"/>
                </a:solidFill>
              </a:defRPr>
            </a:pPr>
            <a:r>
              <a:t>System Architecture, AI Detection Pipeline &amp; Complete Module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⚡ Real-Time AI Computer Vision Engines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6B6D4"/>
                </a:solidFill>
              </a:defRPr>
            </a:pPr>
            <a:r>
              <a:t>Two-Pass Mobile Phone Detection</a:t>
            </a:r>
          </a:p>
          <a:p>
            <a:pPr>
              <a:defRPr sz="1400">
                <a:solidFill>
                  <a:srgbClr val="9CA3AF"/>
                </a:solidFill>
              </a:defRPr>
            </a:pPr>
            <a:r>
              <a:t>• Pass 1: Full-Frame COCO-SSD Inference (Score 0.15)</a:t>
            </a:r>
            <a:br/>
            <a:r>
              <a:t>• Pass 2: Upper-Body ROI Crop (360x360 upscaled) for small phones</a:t>
            </a:r>
            <a:br/>
            <a:r>
              <a:t>• IoU Deduplication (&gt;0.30 overlap merging)</a:t>
            </a:r>
            <a:br/>
            <a:r>
              <a:t>• Siren Alarm Escalation (Warning Levels 1, 2, 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201168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</a:defRPr>
            </a:pPr>
            <a:r>
              <a:t>Dedicated ML Helmet &amp; Safety Rules</a:t>
            </a:r>
          </a:p>
          <a:p>
            <a:pPr>
              <a:defRPr sz="1400">
                <a:solidFill>
                  <a:srgbClr val="9CA3AF"/>
                </a:solidFill>
              </a:defRPr>
            </a:pPr>
            <a:r>
              <a:t>• Head ROI Crop &amp; 224x224 Tensor Processing</a:t>
            </a:r>
            <a:br/>
            <a:r>
              <a:t>• Strict Conservative Default (hasHelmet = false)</a:t>
            </a:r>
            <a:br/>
            <a:r>
              <a:t>• Temporal Memory (3 persistence + 3 miss grace frames)</a:t>
            </a:r>
            <a:br/>
            <a:r>
              <a:t>• Zero Person Count when camera frame is empty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📦 Packaging Inspection &amp; Dangerous Zone Radar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A855F7"/>
                </a:solidFill>
              </a:defRPr>
            </a:pPr>
            <a:r>
              <a:t>Conveyor Packaging Quality Control</a:t>
            </a:r>
          </a:p>
          <a:p>
            <a:pPr>
              <a:defRPr sz="1400">
                <a:solidFill>
                  <a:srgbClr val="9CA3AF"/>
                </a:solidFill>
              </a:defRPr>
            </a:pPr>
            <a:r>
              <a:t>• Bottle Fill-Level (PASS / LOW / HIGH)</a:t>
            </a:r>
            <a:br/>
            <a:r>
              <a:t>• Cap Integrity (PASS / MISSING / DAMAGED)</a:t>
            </a:r>
            <a:br/>
            <a:r>
              <a:t>• Bottle Surface &amp; Body Anomaly Detection</a:t>
            </a:r>
            <a:br/>
            <a:r>
              <a:t>• Automated Air-Jet Reject Ejector Output</a:t>
            </a:r>
            <a:br/>
            <a:r>
              <a:t>• Modular Hardware API (packagingProcessor.js)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201168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F4444"/>
                </a:solidFill>
              </a:defRPr>
            </a:pPr>
            <a:r>
              <a:t>Dangerous Zone &amp; Distance Radar</a:t>
            </a:r>
          </a:p>
          <a:p>
            <a:pPr>
              <a:defRPr sz="1400">
                <a:solidFill>
                  <a:srgbClr val="9CA3AF"/>
                </a:solidFill>
              </a:defRPr>
            </a:pPr>
            <a:r>
              <a:t>• 2.0m Safety Boundary Box around machinery</a:t>
            </a:r>
            <a:br/>
            <a:r>
              <a:t>• Dynamic Distance Slider (0.2m DANGER to 3.0m SAFE)</a:t>
            </a:r>
            <a:br/>
            <a:r>
              <a:t>• Ray-Casting Polygon Geofence Builder</a:t>
            </a:r>
            <a:br/>
            <a:r>
              <a:t>• Real-Time Intrusion Alert &amp; Evidence Capture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